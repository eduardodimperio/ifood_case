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iFood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Distribuição Inteligente
de Cupons e Ofertas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Case Técnico ·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26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Eduardo Dimperio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731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1D2C"/>
                </a:solidFill>
              </a:rPr>
              <a:t>O Desafio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0876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C2C2C"/>
                </a:solidFill>
              </a:rPr>
              <a:t>●  17.000 clientes com perfis muito distintos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2C2C"/>
                </a:solidFill>
              </a:rPr>
              <a:t>●  10 ofertas de tipos diferentes (BOGO, desconto, informacional)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2C2C"/>
                </a:solidFill>
              </a:rPr>
              <a:t>●  Múltiplos canais de marketing (e-mail, mobile, social, web)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2C2C"/>
                </a:solidFill>
              </a:rPr>
              <a:t>●  Hoje: distribuição aleatória ou regras manuais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2C2C"/>
                </a:solidFill>
              </a:rPr>
              <a:t>●  Oportunidade: distribuição personalizada = mais conversões com menos custo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94360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</a:rPr>
              <a:t>📊 Dados disponíveis: 300k eventos · 17k clientes · histórico de 30 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Que os Dados Revelam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Análise exploratória: padrões de conversão identificados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iFood — Case Técnico Data Science | Confidencial</a:t>
            </a:r>
          </a:p>
        </p:txBody>
      </p:sp>
      <p:pic>
        <p:nvPicPr>
          <p:cNvPr id="8" name="Picture 7" descr="eda_conversio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315200" cy="25243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12344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C2C2C"/>
                </a:solidFill>
              </a:rPr>
              <a:t>Insights-Chave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2C2C"/>
                </a:solidFill>
              </a:rPr>
              <a:t>●  Ofertas informacionais convertem +28% mais que BOGO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2C2C"/>
                </a:solidFill>
              </a:rPr>
              <a:t>●  Canal social tem melhor taxa p/ descontos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2C2C"/>
                </a:solidFill>
              </a:rPr>
              <a:t>●  Clientes 40–60 anos são mais responsivos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2C2C"/>
                </a:solidFill>
              </a:rPr>
              <a:t>●  Ticket médio: R$ 12 — limite mínimo das ofertas compatível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2C2C"/>
                </a:solidFill>
              </a:rPr>
              <a:t>●  Perfis incompletos (~30%) têm comportamento distinto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Solução: Modelo de Recomendação Personalizado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Para cada cliente → oferta com maior lucro esperado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iFood — Case Técnico Data Science |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56032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1. Dados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2377439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</a:rPr>
              <a:t>Perfil do cliente
Histórico de compras
Metadados das ofertas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40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2560320" cy="22860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2. Modelo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011680"/>
            <a:ext cx="2377439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</a:rPr>
              <a:t>LightGBM
Classificação binária
AUC = 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240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71600"/>
            <a:ext cx="256032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3. 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2011680"/>
            <a:ext cx="2377439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</a:rPr>
              <a:t>P(conversão)
por par
(cliente × oferta)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240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C2C2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39" y="1371600"/>
            <a:ext cx="256032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399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4. Decisão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79" y="2011680"/>
            <a:ext cx="2377439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</a:rPr>
              <a:t>Net EV = P × (ticket − desconto)
Oferta com maior lucro esperado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886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</a:rPr>
              <a:t>Principais sinais preditivos identificados:</a:t>
            </a:r>
          </a:p>
        </p:txBody>
      </p:sp>
      <p:pic>
        <p:nvPicPr>
          <p:cNvPr id="28" name="Picture 2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206240"/>
            <a:ext cx="5943600" cy="41409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83680" y="42976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</a:rPr>
              <a:t>O modelo aprende: clientes com alto ticket médio preferem BOGO; clientes mais sensíveis ao preço respondem melhor a descontos menores. Isso permite enviar a oferta certa para cada perfil.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Resultados: Impacto no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Comparativo entre estratégias de distribuição de ofertas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iFood — Case Técnico Data Science | Confidencial</a:t>
            </a:r>
          </a:p>
        </p:txBody>
      </p:sp>
      <p:pic>
        <p:nvPicPr>
          <p:cNvPr id="8" name="Picture 7" descr="business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28767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Performance do Modelo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828800"/>
            <a:ext cx="36576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85623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AUC = 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9659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Alta capacidade de discriminação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788920"/>
            <a:ext cx="365760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81635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+16%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9260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 conversão vs distribuição aleatória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749039"/>
            <a:ext cx="3657600" cy="82296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776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+67%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88620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 resultado líquido vs aleatório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4709159"/>
            <a:ext cx="3657600" cy="82296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736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R$ 45k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4846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 incremento estimado* por ciclo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* Estimativa baseada em ticket médio histórico de R$12. Validação via A/B test recomendada.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Próximos Passos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Da prova de conceito à implementação em produção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</a:rPr>
              <a:t>iFood — Case Técnico Data Science |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749039" cy="489204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Curto prazo (1–4 semanas)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993392"/>
            <a:ext cx="3602736" cy="4178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084831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Teste A/B controlado: grupo controle (aleatório) vs grupo modelo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Definição da métrica de sucesso: GMV incremental por oferta enviada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Validação do lift causal (não apenas correlação)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25880"/>
            <a:ext cx="3749039" cy="4892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38988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Médio prazo (1–3 meses)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993392"/>
            <a:ext cx="3602736" cy="4178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1" y="2084831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Correção do temporal leakage: features calculadas antes do recebimento da oferta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Retraining semanal com dados frescos (dados novos chegam continuamente)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Explorar bandits contextuais (UCB, Thompson Sampling) para exploração/exploitação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325880"/>
            <a:ext cx="3749039" cy="4892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38988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Longo prazo (3–6 meses)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48471" y="1993392"/>
            <a:ext cx="3602736" cy="4178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1" y="2084831"/>
            <a:ext cx="3429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Pipeline real-time: scoring on-demand ao enviar oferta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Otimização de budget: alocação de orçamento de desconto por segmento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2C2C"/>
                </a:solidFill>
              </a:rPr>
              <a:t>▸  Modelo causal (uplift modeling) para identificar clientes genuinamente incremetais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C2C2C"/>
                </a:solidFill>
              </a:rPr>
              <a:t>"A verdadeira vantagem competitiva está em aprender continuamente o que funciona para cada cliente — e agir mais rápido que o mercado."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